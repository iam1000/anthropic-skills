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Performance</c:v>
                </c:pt>
              </c:strCache>
            </c:strRef>
          </c:tx>
          <c:spPr>
            <a:solidFill>
              <a:srgbClr val="00C9A7"/>
            </a:solidFill>
            <a:ln w="25400" cap="flat">
              <a:solidFill>
                <a:srgbClr val="00C9A7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0C9A7"/>
              </a:solidFill>
              <a:ln w="9525" cap="flat">
                <a:solidFill>
                  <a:srgbClr val="00C9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Text</c:v>
                  </c:pt>
                  <c:pt idx="1">
                    <c:v>Code</c:v>
                  </c:pt>
                  <c:pt idx="2">
                    <c:v>Math</c:v>
                  </c:pt>
                  <c:pt idx="3">
                    <c:v>Vision</c:v>
                  </c:pt>
                  <c:pt idx="4">
                    <c:v>Audio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</c:v>
                </c:pt>
                <c:pt idx="1">
                  <c:v>92</c:v>
                </c:pt>
                <c:pt idx="2">
                  <c:v>95</c:v>
                </c:pt>
                <c:pt idx="3">
                  <c:v>88</c:v>
                </c:pt>
                <c:pt idx="4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A5568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AI Trends 2026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 AI Technology Trends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Era of Agentic Intelligence &amp; Multimodal Reasoners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Antigravity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92024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Introduction: The Exponential Growth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Key Trend 1: Agentic AI (From Chat to Action)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Key Trend 2: Multimodal Reasoners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Key Trend 3: Efficient SLMs (Small Language Models)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Industry Impact: Coding, Healthcare, Finance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Future Outlook &amp; Challenges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Evolution of AI Models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2560320" cy="2286000"/>
          </a:xfrm>
          <a:prstGeom prst="roundRect">
            <a:avLst/>
          </a:prstGeom>
          <a:solidFill>
            <a:srgbClr val="2D3B7A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</a:rPr>
              <a:t>2022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Text Generation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ChatGPT launch, focusing on text-based Q&amp;A.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2834640"/>
            <a:ext cx="365760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828800"/>
            <a:ext cx="2560320" cy="2286000"/>
          </a:xfrm>
          <a:prstGeom prst="roundRect">
            <a:avLst/>
          </a:prstGeom>
          <a:solidFill>
            <a:srgbClr val="2D3B7A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</a:rPr>
              <a:t>2024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Multimodal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108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Vision, Audio integration. Understanding images.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834640"/>
            <a:ext cx="365760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1828800"/>
            <a:ext cx="2560320" cy="2286000"/>
          </a:xfrm>
          <a:prstGeom prst="roundRect">
            <a:avLst/>
          </a:prstGeom>
          <a:solidFill>
            <a:srgbClr val="2D3B7A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</a:rPr>
              <a:t>2026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0936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Agentic AI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3108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Autonomous actions, reasoning, tool usage.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1: Agentic AI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C9A7"/>
                </a:solidFill>
              </a:rPr>
              <a:t>Agents that 'DO' things, not just 'SAY' things.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</a:rPr>
              <a:t>Autonomous Execution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</a:rPr>
              <a:t>Dynamic Tool Usage (API, Web, CLI)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</a:rPr>
              <a:t>Planning &amp; Self-Correction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</a:rPr>
              <a:t>Long-running tasks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0" y="2286000"/>
            <a:ext cx="3657600" cy="548640"/>
          </a:xfrm>
          <a:prstGeom prst="roundRect">
            <a:avLst/>
          </a:prstGeom>
          <a:solidFill>
            <a:srgbClr val="845EC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User Request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675120" y="2926080"/>
            <a:ext cx="365760" cy="365760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0" y="3383280"/>
            <a:ext cx="3657600" cy="548640"/>
          </a:xfrm>
          <a:prstGeom prst="round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3383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1E2761"/>
                </a:solidFill>
              </a:rPr>
              <a:t>Agentic Planner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675120" y="4023360"/>
            <a:ext cx="365760" cy="365760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4480560"/>
            <a:ext cx="3657600" cy="548640"/>
          </a:xfrm>
          <a:prstGeom prst="roundRect">
            <a:avLst/>
          </a:prstGeom>
          <a:solidFill>
            <a:srgbClr val="FF6F9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4480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1E2761"/>
                </a:solidFill>
              </a:rPr>
              <a:t>Action Execution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2: Multimodal Reasoners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Text, Audio, Video, and Code handled natively by a single model.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0" y="22860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3: Rise of SLMs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Small Language Models: Running on your laptop &amp; phone.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Large Language Models (LLM)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Small Language Models (SLM)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5EC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Parameter Count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100B - 1T+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1B - 10B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Deployment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Cloud / Data Center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Edge / Local Device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Cost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High (API calls)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Low / Zero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Privacy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Data sent to cloud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Data stays local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Use Case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Complex reasoning, General knowledge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Specific tasks, RAG, Coding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Outlook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9A7"/>
                </a:solidFill>
              </a:rPr>
              <a:t>What's next for AI?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2560320"/>
            <a:ext cx="1828800" cy="1828800"/>
          </a:xfrm>
          <a:prstGeom prst="ellipse">
            <a:avLst/>
          </a:prstGeom>
          <a:solidFill>
            <a:srgbClr val="FF6F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Regulation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0" y="2560320"/>
            <a:ext cx="1828800" cy="18288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3200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AGI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2560320"/>
            <a:ext cx="1828800" cy="1828800"/>
          </a:xfrm>
          <a:prstGeom prst="ellipse">
            <a:avLst/>
          </a:prstGeom>
          <a:solidFill>
            <a:srgbClr val="845E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3200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Human-AI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</a:rPr>
              <a:t>The future is about AI that understands context and acts autonomously.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2026-02-19T01:14:09Z</dcterms:created>
  <dcterms:modified xsi:type="dcterms:W3CDTF">2026-02-19T01:14:09Z</dcterms:modified>
</cp:coreProperties>
</file>