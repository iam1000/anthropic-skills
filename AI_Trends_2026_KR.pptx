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모델 성능</c:v>
                </c:pt>
              </c:strCache>
            </c:strRef>
          </c:tx>
          <c:spPr>
            <a:solidFill>
              <a:srgbClr val="00C9A7"/>
            </a:solidFill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텍스트</c:v>
                  </c:pt>
                  <c:pt idx="1">
                    <c:v>코드</c:v>
                  </c:pt>
                  <c:pt idx="2">
                    <c:v>수학</c:v>
                  </c:pt>
                  <c:pt idx="3">
                    <c:v>비전(시각)</c:v>
                  </c:pt>
                  <c:pt idx="4">
                    <c:v>오디오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92</c:v>
                </c:pt>
                <c:pt idx="2">
                  <c:v>95</c:v>
                </c:pt>
                <c:pt idx="3">
                  <c:v>88</c:v>
                </c:pt>
                <c:pt idx="4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A556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2026 AI 기술 동향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기술 동향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인텔리전스와 멀티모달 추론의 시대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발표: Antigravity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(Agenda)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서론: AI의 기하급수적 성장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1: 에이전틱 AI (대화에서 행동으로)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2: 멀티모달 리즈닝 (Multimodal Reasoning)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트렌드 3: 효율적인 소형 언어 모델 (SLM)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산업별 영향: 코딩, 헬스케어, 금융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 및 과제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모델의 진화 과정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생성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출시, 텍스트 기반 질의응답 중심.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283464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시각, 청각 통합. 이미지를 이해하고 생성.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834640"/>
            <a:ext cx="36576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2D3B7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자율적인 행동, 추론, 도구(Tool) 사용.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1: 에이전틱 AI (Agentic AI)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'말하는' AI가 아니라, 일을 '수행하는'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자율적인 실행 (Autonomous Execution)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동적인 도구 사용 (API, 웹 검색, CLI)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수립 및 자가 수정 (Planning &amp; Self-Correction)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실행 작업 처리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2286000"/>
            <a:ext cx="3657600" cy="548640"/>
          </a:xfrm>
          <a:prstGeom prst="roundRect">
            <a:avLst/>
          </a:prstGeom>
          <a:solidFill>
            <a:srgbClr val="845EC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75120" y="292608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3383280"/>
            <a:ext cx="3657600" cy="548640"/>
          </a:xfrm>
          <a:prstGeom prst="round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플래너 (판단/계획)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4023360"/>
            <a:ext cx="365760" cy="365760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4480560"/>
            <a:ext cx="3657600" cy="548640"/>
          </a:xfrm>
          <a:prstGeom prst="roundRect">
            <a:avLst/>
          </a:prstGeom>
          <a:solidFill>
            <a:srgbClr val="FF6F9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4480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실행 (Action)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2: 멀티모달 리즈닝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텍스트, 오디오, 비디오, 코드를 하나의 모델이 통합 처리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0" y="22860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 3: SLM (소형 언어 모델)의 부상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노트북과 스마트폰에서 돌아가는 고성능 AI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거대 언어 모델 (LLM)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소형 언어 모델 (SLM)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EC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1,000억 개 이상 (100B+)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10억~100억 개 (1B~10B)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환경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/ 데이터 센터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엣지 디바이스 / 로컬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(API 비용 발생)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 / 무료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클라우드로 데이터 전송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로컬에서 처리 (보안 우수)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용도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추론, 방대한 지식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태스크, 코딩, RAG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B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기술은 어디로 향하고 있는가?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1828800" cy="1828800"/>
          </a:xfrm>
          <a:prstGeom prst="ellipse">
            <a:avLst/>
          </a:prstGeom>
          <a:solidFill>
            <a:srgbClr val="FF6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및 안전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2560320"/>
            <a:ext cx="1828800" cy="18288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1828800" cy="1828800"/>
          </a:xfrm>
          <a:prstGeom prst="ellipse">
            <a:avLst/>
          </a:prstGeom>
          <a:solidFill>
            <a:srgbClr val="845E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미래는 '맥락을 이해하고 스스로 행동하는 AI'가 주도할 것입니다.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2026-02-19T01:16:51Z</dcterms:created>
  <dcterms:modified xsi:type="dcterms:W3CDTF">2026-02-19T01:16:51Z</dcterms:modified>
</cp:coreProperties>
</file>