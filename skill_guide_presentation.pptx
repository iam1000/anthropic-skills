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8A"/>
                </a:solidFill>
              </a:rPr>
              <a:t>스킬사용법 설명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작성자: 임태균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1. 스킬(Skill)이란?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AI 에이전트의 구체적인 작업을 수행하도록 돕는 특수 워크플로우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지침(SKILL.md), 실행 코드스크립트, 템플릿 파일 등으로 구성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단순 질문/답변을 넘어선 '실제 산출물' 생산에 최적화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2. 대표적인 스킬 소개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스킬명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주요 기능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pptx / docx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파워포인트, 워드 문서 생성 및 데이터 처리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pdf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PDF 텍스트 추출, 통합, 분할, 문서 생성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internal-comms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사내 공지, 뉴스레터 등 내부 통신용 포맷 작성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frontend-design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현대적이고 수려한 웹 프론트엔드 UI 디자인 작성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3. 사용 방법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"프론트엔드 디자인 스킬을 사용해서 로그인 UI 만들어줘"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"PPTX 스킬로 이 데이터를 발표 자료로 바꿔줘"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위와 같이 사용할 스킬의 이름과 원하는 내용을 함께 자연어로 요청하시면 바로 동작합니다.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스킬사용법 설명</dc:title>
  <dc:subject>PptxGenJS Presentation</dc:subject>
  <dc:creator>임태균</dc:creator>
  <cp:lastModifiedBy>임태균</cp:lastModifiedBy>
  <cp:revision>1</cp:revision>
  <dcterms:created xsi:type="dcterms:W3CDTF">2026-03-18T04:33:07Z</dcterms:created>
  <dcterms:modified xsi:type="dcterms:W3CDTF">2026-03-18T04:33:07Z</dcterms:modified>
</cp:coreProperties>
</file>