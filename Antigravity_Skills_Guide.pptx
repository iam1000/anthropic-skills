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83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Antigravity Skills Guide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Antigravity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에이전트의 능력을 확장하는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매뉴얼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2026. 02. 19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Antigravity Skills란?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특정 작업을 전문적으로 수행하도록 돕는 '도구 모음'입니다.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560320" cy="164592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897B"/>
                </a:solidFill>
              </a:rPr>
              <a:t>지침 (Instructions)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SKILL.md 파일에 정의된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AI 행동 규칙 및 프롬프트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560320"/>
            <a:ext cx="2560320" cy="164592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897B"/>
                </a:solidFill>
              </a:rPr>
              <a:t>스크립트 (Scripts)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3280" y="32004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Python, JS 등으로 작성된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실제 실행 가능한 코드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560320"/>
            <a:ext cx="2560320" cy="164592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897B"/>
                </a:solidFill>
              </a:rPr>
              <a:t>리소스 (Resources)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템플릿, 예제 파일 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작업에 필요한 자산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설치 및 환경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8308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저장소 클론 (Clone)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및 Python 필수 의존성 설치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스킬 폴더(.agent/skills) 확인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13716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저장소 가져오기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https://github.com/iam1000/anthropic-skills.git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필수 라이브러리 설치 (예: pptxgenjs, docx 등)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pptxgenjs docx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openpyxl markitdown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주요 사용 가능 스킬 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13716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PPTX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645920"/>
            <a:ext cx="59436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6459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파워포인트 슬라이드 생성, 수정 및 텍스트 추출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3716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286000"/>
            <a:ext cx="59436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286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Word 문서 생성, 서식 적용 및 컨텐츠 분석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XLSX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2926080"/>
            <a:ext cx="59436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9260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Excel 데이터 시트 생성, 수식 적용 및 데이터 정제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13716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PDF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3120" y="3566160"/>
            <a:ext cx="59436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566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PDF 문서의 텍스트 추출 및 구조 분석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13716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Front-end Design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03120" y="4206240"/>
            <a:ext cx="594360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4206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HTML/CSS 기반의 웹 UI 디자인 생성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PPTX 스킬: 슬라이드 자동화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Python의 markitdown과 Node.js의 PptxGenJS를 활용합니다.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1) 기존 파일 분석 (텍스트 추출)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4572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markitdown presentation.pptx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2) 새 프리젠테이션 생성 (JS Script)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128016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pres = new PptxGenJS();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slide = pres.addSlide();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slide.addText("Hello World", { x:1, y:1, fontSize:24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pres.writeFile({ fileName: "Output.pptx" });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DOCX 스킬: 문서 작성 자동화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docx-js 라이브러리를 사용하여 전문적인 Word 문서를 생성합니다.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주요 기능: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본문, 글머리 기호 등 스타일 지정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표(Table) 생성 및 병합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삽입 및 페이지 번호 매기기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91440" cy="914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헤더/푸터 설정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1B60"/>
                </a:solidFill>
              </a:rPr>
              <a:t>※ 주의: Google Docs와 호환성을 위해 표 너비는 DXA 단위 사용 권장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XLSX 스킬: 데이터 시트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ExcelJS 또는 Python pandas를 이용해 데이터를 처리합니다.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6F00"/>
                </a:solidFill>
              </a:rPr>
              <a:t>데이터 생성 (Create)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657600" cy="18288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대량의 데이터 자동 입력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복잡한 수식 적용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조건부 서식 설정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차트 데이터 구성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897B"/>
                </a:solidFill>
              </a:rPr>
              <a:t>데이터 분석 (Analyze)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657600" cy="18288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926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CSV/Excel 파일 읽기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데이터 정제 (Cleaning)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피벗 테이블 생성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요약 리포트 추출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나만의 커스텀 스킬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새로운 디렉토리를 만들고 SKILL.md만 정의하면 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SKILL.md 구조 예시: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22860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my-custom-skill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이 스킬이 언제 사용되어야 하는지 설명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상세 지침 (Instructions)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AI가 수행해야 할 단계별 작업을 마크다운으로 기술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예제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입력 예시 -&gt; 출력 예시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효과적인 사용을 위한 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</a:rPr>
              <a:t>명확한 지시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스킬 사용 시 구체적인 파일명과 원하는 출력 형태를 명시하세요.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</a:rPr>
              <a:t>검증 단계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생성된 파일은 항상 열어서 시각적 오류가 없는지 확인해야 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</a:rPr>
              <a:t>백업 필수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덮어쓰기(Overwrite) 옵션 사용 전 원본 파일을 백업하세요.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</a:rPr>
              <a:t>로그 확인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에러 발생 시 터미널 로그를 통해 디버깅 정보를 확인하세요.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마치며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Antigravity Skills로 워크플로우를 혁신하세요.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</a:rPr>
              <a:t>문의 및 피드백 환영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897B">
                    <a:alpha val="10000"/>
                  </a:srgbClr>
                </a:solidFill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2026-02-19T01:37:48Z</dcterms:created>
  <dcterms:modified xsi:type="dcterms:W3CDTF">2026-02-19T01:37:48Z</dcterms:modified>
</cp:coreProperties>
</file>