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983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Git 관리 절차서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&amp; 로컬 Git 연결 가이드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89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효율적인 버전 관리를 위한 단계별 절차서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작성일: 2026. 02. 19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진행 순서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초기화 (Init)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저장소 추가 (Remote Add)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확인 (Remote Verify)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내용 가져오기 (Pull)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84048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연결 (Upstream)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389120"/>
            <a:ext cx="365760" cy="365760"/>
          </a:xfrm>
          <a:prstGeom prst="roundRect">
            <a:avLst/>
          </a:prstGeom>
          <a:solidFill>
            <a:srgbClr val="FF6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동기화 (Add/Commit/Push)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Git 초기화 (Initialization)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폴더를 Git이 관리하는 저장소로 만듭니다.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명령어: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※ 이미 .git 폴더가 있다면 이 단계는 생략 가능합니다.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원격 저장소 (Remote) 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GitHub의 URL을 'origin'이라는 이름으로 등록합니다.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명령어: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https://github.com/사용자/저장소.git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연결 상태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원격 저장소가 올바른지 확인합니다.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정상 출력 예시: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https://github.com/... (fetch)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https://github.com/... (push)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Pull &amp; 5. Upstream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저장소의 내용을 가져오고(Pull), 브랜치를 연결합니다.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Step 4. 원격 내용 가져오기 (충돌 방지)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00"/>
                </a:solidFill>
              </a:rPr>
              <a:t>Step 5. 브랜치 연결 (이후 git push만 입력 가능하도록)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7680960" cy="10972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--set-upstream-to=origin/main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1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또는 처음 푸시할 때: git push -u origin main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변경 사항 동기화 (Workflow)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228600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565C0"/>
                </a:solidFill>
              </a:rPr>
              <a:t>1. ADD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2651760"/>
            <a:ext cx="36576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2286000"/>
            <a:ext cx="2286000" cy="10972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2E7D32"/>
                </a:solidFill>
              </a:rPr>
              <a:t>2. COMMIT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651760"/>
            <a:ext cx="365760" cy="36576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2286000"/>
            <a:ext cx="2286000" cy="10972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C2185B"/>
                </a:solidFill>
              </a:rPr>
              <a:t>3. PUSH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작업 후에는 항상 이 3단계를 순서대로 실행하여 GitHub에 저장합니다.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2026-02-19T01:31:16Z</dcterms:created>
  <dcterms:modified xsi:type="dcterms:W3CDTF">2026-02-19T01:31:16Z</dcterms:modified>
</cp:coreProperties>
</file>